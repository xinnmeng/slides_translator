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Projektübersicht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Einführung und Ziele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Hauptpunkte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Datenverarbeitung</a:t>
            </a:r>
          </a:p>
          <a:p>
            <a:pPr lvl="1"/>
            <a:r>
              <a:t>Maschinelles Lernen</a:t>
            </a:r>
          </a:p>
          <a:p>
            <a:pPr lvl="1"/>
            <a:r>
              <a:t>Systemintegration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Tabelle Beispiel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Wert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Geschwindigkeit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Schnell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Gemischt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Dies ist ein Test. AI model performance is good.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